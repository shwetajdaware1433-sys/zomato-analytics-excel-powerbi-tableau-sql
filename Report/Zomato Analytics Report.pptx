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Lato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35e4b70f_17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35e4b70f_17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535e4b70f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535e4b70f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535e4b70f_17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535e4b70f_17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535e4b70f_17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535e4b70f_17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535e4b70f_17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535e4b70f_17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35e4b70f_17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35e4b70f_17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35e4b70f_17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35e4b70f_17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535e4b70f_17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535e4b70f_17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35e4b70f_17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535e4b70f_17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535e4b70f_17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535e4b70f_17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35e4b70f_17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535e4b70f_17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d2b34f8df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d2b34f8df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35e4b70f_17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535e4b70f_17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4acf098c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4acf098c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4acf098c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4acf098c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4acf098c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4acf098c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4acf098c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4acf098c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4acf098ce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4acf098ce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4acf098c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4acf098c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4acf098c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4acf098ce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4acf098c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4acf098c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4acf098ce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4acf098ce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535e4b70f_17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535e4b70f_17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535e4b70f_17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535e4b70f_17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CHANGE BACKGROUND OF THE 1ST 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25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-51850"/>
            <a:ext cx="9210675" cy="519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 title="Screenshot 2026-03-02 133037.png"/>
          <p:cNvPicPr preferRelativeResize="0"/>
          <p:nvPr/>
        </p:nvPicPr>
        <p:blipFill rotWithShape="1">
          <a:blip r:embed="rId3">
            <a:alphaModFix/>
          </a:blip>
          <a:srcRect t="1332"/>
          <a:stretch/>
        </p:blipFill>
        <p:spPr>
          <a:xfrm>
            <a:off x="289650" y="521869"/>
            <a:ext cx="8564700" cy="446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0" name="Google Shape;120;p26"/>
          <p:cNvSpPr txBox="1"/>
          <p:nvPr/>
        </p:nvSpPr>
        <p:spPr>
          <a:xfrm>
            <a:off x="0" y="362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73763"/>
                </a:solidFill>
              </a:rPr>
              <a:t>EXCEL DASHBOARD</a:t>
            </a:r>
            <a:endParaRPr sz="2000" b="1">
              <a:solidFill>
                <a:srgbClr val="073763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 title="Screenshot 2026-03-02 133337.png"/>
          <p:cNvPicPr preferRelativeResize="0"/>
          <p:nvPr/>
        </p:nvPicPr>
        <p:blipFill rotWithShape="1">
          <a:blip r:embed="rId3">
            <a:alphaModFix/>
          </a:blip>
          <a:srcRect t="7026" b="3807"/>
          <a:stretch/>
        </p:blipFill>
        <p:spPr>
          <a:xfrm>
            <a:off x="440097" y="512863"/>
            <a:ext cx="8263825" cy="45266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6" name="Google Shape;126;p27"/>
          <p:cNvSpPr txBox="1"/>
          <p:nvPr/>
        </p:nvSpPr>
        <p:spPr>
          <a:xfrm>
            <a:off x="0" y="362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73763"/>
                </a:solidFill>
              </a:rPr>
              <a:t>POWERBI DASHBOARD</a:t>
            </a:r>
            <a:endParaRPr sz="2000" b="1">
              <a:solidFill>
                <a:srgbClr val="073763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850" y="528178"/>
            <a:ext cx="8352300" cy="4513200"/>
          </a:xfrm>
          <a:prstGeom prst="rect">
            <a:avLst/>
          </a:prstGeom>
          <a:noFill/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2" name="Google Shape;132;p28"/>
          <p:cNvSpPr txBox="1"/>
          <p:nvPr/>
        </p:nvSpPr>
        <p:spPr>
          <a:xfrm>
            <a:off x="0" y="362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73763"/>
                </a:solidFill>
              </a:rPr>
              <a:t>TABLEAU DASHBOARD</a:t>
            </a:r>
            <a:endParaRPr sz="2000" b="1">
              <a:solidFill>
                <a:srgbClr val="073763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/>
          <p:nvPr/>
        </p:nvSpPr>
        <p:spPr>
          <a:xfrm>
            <a:off x="4001325" y="1221150"/>
            <a:ext cx="4904700" cy="270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9"/>
          <p:cNvSpPr/>
          <p:nvPr/>
        </p:nvSpPr>
        <p:spPr>
          <a:xfrm>
            <a:off x="222058" y="531950"/>
            <a:ext cx="3639300" cy="4338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29" title="Screenshot 2026-03-02 134824.png"/>
          <p:cNvPicPr preferRelativeResize="0"/>
          <p:nvPr/>
        </p:nvPicPr>
        <p:blipFill rotWithShape="1">
          <a:blip r:embed="rId3">
            <a:alphaModFix/>
          </a:blip>
          <a:srcRect t="5464" r="39562"/>
          <a:stretch/>
        </p:blipFill>
        <p:spPr>
          <a:xfrm>
            <a:off x="432350" y="744437"/>
            <a:ext cx="3218699" cy="39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9" title="Screenshot 2026-03-02 1348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7113" y="1368913"/>
            <a:ext cx="4733124" cy="240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73763"/>
                </a:solidFill>
              </a:rPr>
              <a:t>MySQL</a:t>
            </a:r>
            <a:endParaRPr sz="2000" b="1">
              <a:solidFill>
                <a:srgbClr val="073763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/>
          <p:nvPr/>
        </p:nvSpPr>
        <p:spPr>
          <a:xfrm>
            <a:off x="7094700" y="3983025"/>
            <a:ext cx="1577400" cy="1087500"/>
          </a:xfrm>
          <a:prstGeom prst="bevel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0"/>
          <p:cNvSpPr/>
          <p:nvPr/>
        </p:nvSpPr>
        <p:spPr>
          <a:xfrm>
            <a:off x="7094650" y="2776225"/>
            <a:ext cx="1577400" cy="1087500"/>
          </a:xfrm>
          <a:prstGeom prst="bevel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0"/>
          <p:cNvSpPr/>
          <p:nvPr/>
        </p:nvSpPr>
        <p:spPr>
          <a:xfrm>
            <a:off x="7094663" y="1569450"/>
            <a:ext cx="1577400" cy="1087500"/>
          </a:xfrm>
          <a:prstGeom prst="bevel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0"/>
          <p:cNvSpPr/>
          <p:nvPr/>
        </p:nvSpPr>
        <p:spPr>
          <a:xfrm>
            <a:off x="7094675" y="281700"/>
            <a:ext cx="1577400" cy="1087500"/>
          </a:xfrm>
          <a:prstGeom prst="bevel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30" title="Screenshot 2026-03-02 1355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400" y="417762"/>
            <a:ext cx="1285875" cy="7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 title="Screenshot 2026-03-02 1355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5575" y="1706762"/>
            <a:ext cx="1215525" cy="7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0" title="Screenshot 2026-03-02 1355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0400" y="2886645"/>
            <a:ext cx="1285875" cy="648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 title="Screenshot 2026-03-02 1356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0462" y="4198163"/>
            <a:ext cx="128587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0"/>
          <p:cNvSpPr/>
          <p:nvPr/>
        </p:nvSpPr>
        <p:spPr>
          <a:xfrm>
            <a:off x="296000" y="343800"/>
            <a:ext cx="6078900" cy="9633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55" name="Google Shape;155;p30"/>
          <p:cNvSpPr/>
          <p:nvPr/>
        </p:nvSpPr>
        <p:spPr>
          <a:xfrm>
            <a:off x="296000" y="1565400"/>
            <a:ext cx="6078900" cy="9633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56" name="Google Shape;156;p30"/>
          <p:cNvSpPr/>
          <p:nvPr/>
        </p:nvSpPr>
        <p:spPr>
          <a:xfrm>
            <a:off x="296000" y="2755175"/>
            <a:ext cx="6078900" cy="9633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57" name="Google Shape;157;p30"/>
          <p:cNvSpPr/>
          <p:nvPr/>
        </p:nvSpPr>
        <p:spPr>
          <a:xfrm>
            <a:off x="296000" y="3944950"/>
            <a:ext cx="6078900" cy="9633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pic>
        <p:nvPicPr>
          <p:cNvPr id="158" name="Google Shape;158;p30" title="Screenshot 2026-03-06 14202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6000" y="1603475"/>
            <a:ext cx="5573926" cy="88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0" title="Screenshot 2026-03-06 14215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5988" y="2774225"/>
            <a:ext cx="5572800" cy="88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0" title="Screenshot 2026-03-06 142207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96563" y="3983013"/>
            <a:ext cx="5572800" cy="88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0" title="Screenshot 2026-03-06 142223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6563" y="382650"/>
            <a:ext cx="5572800" cy="8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/>
          <p:nvPr/>
        </p:nvSpPr>
        <p:spPr>
          <a:xfrm>
            <a:off x="7108200" y="3215850"/>
            <a:ext cx="1919225" cy="1478500"/>
          </a:xfrm>
          <a:prstGeom prst="flowChartOffpage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1"/>
          <p:cNvSpPr/>
          <p:nvPr/>
        </p:nvSpPr>
        <p:spPr>
          <a:xfrm>
            <a:off x="7108200" y="540225"/>
            <a:ext cx="1919225" cy="1478500"/>
          </a:xfrm>
          <a:prstGeom prst="flowChartOffpageConnec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1"/>
          <p:cNvSpPr/>
          <p:nvPr/>
        </p:nvSpPr>
        <p:spPr>
          <a:xfrm>
            <a:off x="21313" y="3038150"/>
            <a:ext cx="6710100" cy="18339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1"/>
          <p:cNvSpPr/>
          <p:nvPr/>
        </p:nvSpPr>
        <p:spPr>
          <a:xfrm>
            <a:off x="0" y="395275"/>
            <a:ext cx="6710100" cy="1833900"/>
          </a:xfrm>
          <a:prstGeom prst="chevron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p31" title="Screenshot 2026-03-02 135927.png"/>
          <p:cNvPicPr preferRelativeResize="0"/>
          <p:nvPr/>
        </p:nvPicPr>
        <p:blipFill rotWithShape="1">
          <a:blip r:embed="rId3">
            <a:alphaModFix/>
          </a:blip>
          <a:srcRect t="5333" r="25640" b="72176"/>
          <a:stretch/>
        </p:blipFill>
        <p:spPr>
          <a:xfrm>
            <a:off x="952425" y="480575"/>
            <a:ext cx="4847876" cy="166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1" title="Screenshot 2026-03-02 1401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4550" y="670630"/>
            <a:ext cx="1866525" cy="9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 title="Screenshot 2026-03-02 14023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5425" y="3314125"/>
            <a:ext cx="1864800" cy="9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1" title="Screenshot 2026-03-02 135927.png"/>
          <p:cNvPicPr preferRelativeResize="0"/>
          <p:nvPr/>
        </p:nvPicPr>
        <p:blipFill rotWithShape="1">
          <a:blip r:embed="rId3">
            <a:alphaModFix/>
          </a:blip>
          <a:srcRect t="32954" r="19485" b="46639"/>
          <a:stretch/>
        </p:blipFill>
        <p:spPr>
          <a:xfrm>
            <a:off x="930450" y="3123500"/>
            <a:ext cx="4849199" cy="16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/>
          <p:nvPr/>
        </p:nvSpPr>
        <p:spPr>
          <a:xfrm>
            <a:off x="6124300" y="2685725"/>
            <a:ext cx="2903100" cy="234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2"/>
          <p:cNvSpPr/>
          <p:nvPr/>
        </p:nvSpPr>
        <p:spPr>
          <a:xfrm>
            <a:off x="6545950" y="511188"/>
            <a:ext cx="2416800" cy="186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2"/>
          <p:cNvSpPr/>
          <p:nvPr/>
        </p:nvSpPr>
        <p:spPr>
          <a:xfrm>
            <a:off x="1290600" y="2981673"/>
            <a:ext cx="3813900" cy="1751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152400" y="376200"/>
            <a:ext cx="6090300" cy="2132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32" title="Screenshot 2026-03-02 140359.png"/>
          <p:cNvPicPr preferRelativeResize="0"/>
          <p:nvPr/>
        </p:nvPicPr>
        <p:blipFill rotWithShape="1">
          <a:blip r:embed="rId3">
            <a:alphaModFix/>
          </a:blip>
          <a:srcRect t="7284" r="13028" b="43230"/>
          <a:stretch/>
        </p:blipFill>
        <p:spPr>
          <a:xfrm>
            <a:off x="309637" y="462525"/>
            <a:ext cx="5775850" cy="195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2" title="Screenshot 2026-03-02 140359.png"/>
          <p:cNvPicPr preferRelativeResize="0"/>
          <p:nvPr/>
        </p:nvPicPr>
        <p:blipFill rotWithShape="1">
          <a:blip r:embed="rId3">
            <a:alphaModFix/>
          </a:blip>
          <a:srcRect t="64844" r="48493"/>
          <a:stretch/>
        </p:blipFill>
        <p:spPr>
          <a:xfrm>
            <a:off x="1399087" y="3125537"/>
            <a:ext cx="3596938" cy="14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2" title="Screenshot 2026-03-02 1404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7750" y="653950"/>
            <a:ext cx="2273200" cy="15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2" title="Screenshot 2026-03-02 1405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5825" y="2736025"/>
            <a:ext cx="2720050" cy="22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/>
          <p:nvPr/>
        </p:nvSpPr>
        <p:spPr>
          <a:xfrm>
            <a:off x="5544413" y="2644263"/>
            <a:ext cx="3284100" cy="2430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3"/>
          <p:cNvSpPr/>
          <p:nvPr/>
        </p:nvSpPr>
        <p:spPr>
          <a:xfrm>
            <a:off x="5931675" y="680100"/>
            <a:ext cx="2711400" cy="1236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3"/>
          <p:cNvSpPr/>
          <p:nvPr/>
        </p:nvSpPr>
        <p:spPr>
          <a:xfrm>
            <a:off x="312750" y="3511450"/>
            <a:ext cx="4634700" cy="8388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3"/>
          <p:cNvSpPr/>
          <p:nvPr/>
        </p:nvSpPr>
        <p:spPr>
          <a:xfrm>
            <a:off x="255900" y="312750"/>
            <a:ext cx="4705500" cy="1971600"/>
          </a:xfrm>
          <a:prstGeom prst="homePlate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33" title="Screenshot 2026-03-02 140421.png"/>
          <p:cNvPicPr preferRelativeResize="0"/>
          <p:nvPr/>
        </p:nvPicPr>
        <p:blipFill rotWithShape="1">
          <a:blip r:embed="rId3">
            <a:alphaModFix/>
          </a:blip>
          <a:srcRect b="12869"/>
          <a:stretch/>
        </p:blipFill>
        <p:spPr>
          <a:xfrm>
            <a:off x="6013550" y="761525"/>
            <a:ext cx="2547650" cy="10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3" title="Screenshot 2026-03-02 135927.png"/>
          <p:cNvPicPr preferRelativeResize="0"/>
          <p:nvPr/>
        </p:nvPicPr>
        <p:blipFill rotWithShape="1">
          <a:blip r:embed="rId4">
            <a:alphaModFix/>
          </a:blip>
          <a:srcRect t="60093" r="51442"/>
          <a:stretch/>
        </p:blipFill>
        <p:spPr>
          <a:xfrm>
            <a:off x="326975" y="425650"/>
            <a:ext cx="3696250" cy="17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3" title="Screenshot 2026-03-02 141242.png"/>
          <p:cNvPicPr preferRelativeResize="0"/>
          <p:nvPr/>
        </p:nvPicPr>
        <p:blipFill rotWithShape="1">
          <a:blip r:embed="rId5">
            <a:alphaModFix/>
          </a:blip>
          <a:srcRect t="65208" r="13172" b="-4731"/>
          <a:stretch/>
        </p:blipFill>
        <p:spPr>
          <a:xfrm>
            <a:off x="326975" y="3607102"/>
            <a:ext cx="4259250" cy="6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3" title="Screenshot 2026-03-02 1413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4888" y="2820338"/>
            <a:ext cx="3123175" cy="2078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2871725" y="2032950"/>
            <a:ext cx="3525600" cy="302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4"/>
          <p:cNvSpPr/>
          <p:nvPr/>
        </p:nvSpPr>
        <p:spPr>
          <a:xfrm>
            <a:off x="1849500" y="241675"/>
            <a:ext cx="5445000" cy="1483800"/>
          </a:xfrm>
          <a:prstGeom prst="doubleWave">
            <a:avLst>
              <a:gd name="adj1" fmla="val 6250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34" title="Screenshot 2026-03-02 141242.png"/>
          <p:cNvPicPr preferRelativeResize="0"/>
          <p:nvPr/>
        </p:nvPicPr>
        <p:blipFill rotWithShape="1">
          <a:blip r:embed="rId3">
            <a:alphaModFix/>
          </a:blip>
          <a:srcRect b="45540"/>
          <a:stretch/>
        </p:blipFill>
        <p:spPr>
          <a:xfrm>
            <a:off x="2119300" y="537463"/>
            <a:ext cx="4905375" cy="8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4" title="Screenshot 2026-03-02 1412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4313" y="2156400"/>
            <a:ext cx="32004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0D03DC-8F19-480D-BE8A-6C2F21327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7548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</Words>
  <Application>Microsoft Office PowerPoint</Application>
  <PresentationFormat>On-screen Show (16:9)</PresentationFormat>
  <Paragraphs>4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Lato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AshokKumar Sake</dc:creator>
  <cp:lastModifiedBy>DELL</cp:lastModifiedBy>
  <cp:revision>2</cp:revision>
  <dcterms:modified xsi:type="dcterms:W3CDTF">2026-03-06T10:46:29Z</dcterms:modified>
</cp:coreProperties>
</file>